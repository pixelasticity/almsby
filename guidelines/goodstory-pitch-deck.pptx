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8C3B3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8C3B3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GOODSTORY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has a story.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&amp; Digital Product Passport compliance, made human — built for the small makers Sunrise 2027 is about to catch off guard.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594360"/>
            <a:ext cx="457200" cy="457200"/>
          </a:xfrm>
          <a:prstGeom prst="ellipse">
            <a:avLst/>
          </a:prstGeom>
          <a:solidFill>
            <a:srgbClr val="8C3B31"/>
          </a:solidFill>
          <a:ln/>
        </p:spPr>
      </p:sp>
      <p:pic>
        <p:nvPicPr>
          <p:cNvPr id="8" name="Image 0" descr="/home/claude/goodstory-deck/icon_q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64922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6217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compliance deadlines are landing on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makers who have no compliance team.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home/claude/goodstory-deck/icon_scan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5749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Sunrise 2027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retail point-of-sale systems are expected to accept 2D barcodes by end of 2027. Products without them risk failing at checkout.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21945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5146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home/claude/goodstory-deck/icon_shield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350" y="257495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Digital Product Passport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72000" y="37033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is one of the earliest categories in scope — makers selling into Europe face a real, converging deadline.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21945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51460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/home/claude/goodstory-deck/icon_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70" y="257495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Enterprise-only tools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75320" y="37033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GS1/DPP software is built for CPG compliance teams — not a 5-person clothing brand with no time to spare.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barcode. Two audiences.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GoodStory turns GTIN setup, 2D barcode generation, and product storytelling into one guided workflow — no GS1 jargon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E7E8D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880360"/>
            <a:ext cx="502920" cy="502920"/>
          </a:xfrm>
          <a:prstGeom prst="ellipse">
            <a:avLst/>
          </a:prstGeom>
          <a:solidFill>
            <a:srgbClr val="2B2622"/>
          </a:solidFill>
          <a:ln/>
        </p:spPr>
      </p:sp>
      <p:pic>
        <p:nvPicPr>
          <p:cNvPr id="7" name="Image 0" descr="/home/claude/goodstory-deck/icon_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294071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5204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retailer's scanner reads: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GTIN &amp; product data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2027 dual-marked barcode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DPP-ready material &amp; sourcing fields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51460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B85042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880360"/>
            <a:ext cx="502920" cy="502920"/>
          </a:xfrm>
          <a:prstGeom prst="ellipse">
            <a:avLst/>
          </a:prstGeom>
          <a:solidFill>
            <a:srgbClr val="8C3B31"/>
          </a:solidFill>
          <a:ln/>
        </p:spPr>
      </p:sp>
      <p:pic>
        <p:nvPicPr>
          <p:cNvPr id="12" name="Image 1" descr="/home/claude/goodstory-deck/icon_book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294071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35204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consumer's phone reads: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37960" y="393192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maker's story, in their words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origin, craftsmanship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 every plan — the growth engine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74920" y="400507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B262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BARCODE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clocks, converging on one calendar.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0515600" cy="0"/>
          </a:xfrm>
          <a:prstGeom prst="line">
            <a:avLst/>
          </a:prstGeom>
          <a:noFill/>
          <a:ln w="25400">
            <a:solidFill>
              <a:srgbClr val="A7BE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" y="2752344"/>
            <a:ext cx="164592" cy="164592"/>
          </a:xfrm>
          <a:prstGeom prst="ellipse">
            <a:avLst/>
          </a:prstGeom>
          <a:solidFill>
            <a:srgbClr val="B850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3063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data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year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23944" y="2752344"/>
            <a:ext cx="164592" cy="164592"/>
          </a:xfrm>
          <a:prstGeom prst="ellipse">
            <a:avLst/>
          </a:prstGeom>
          <a:solidFill>
            <a:srgbClr val="B850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2027: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systems expect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barcodes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41464" y="2752344"/>
            <a:ext cx="164592" cy="164592"/>
          </a:xfrm>
          <a:prstGeom prst="ellipse">
            <a:avLst/>
          </a:prstGeom>
          <a:solidFill>
            <a:srgbClr val="B850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2027–28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3063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textile DPP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act &amp;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enforcement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67544" y="2752344"/>
            <a:ext cx="164592" cy="164592"/>
          </a:xfrm>
          <a:prstGeom prst="ellipse">
            <a:avLst/>
          </a:prstGeom>
          <a:solidFill>
            <a:srgbClr val="B850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72600" y="30632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DPP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phase 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clothing &amp; textile makers, brand storytelling and hard compliance deadlines point in the same direction — for the first time.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product to print-ready, in one sitting.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81528" y="2651760"/>
            <a:ext cx="219456" cy="0"/>
          </a:xfrm>
          <a:prstGeom prst="line">
            <a:avLst/>
          </a:prstGeom>
          <a:noFill/>
          <a:ln w="25400">
            <a:solidFill>
              <a:srgbClr val="A7BEA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60604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/home/claude/goodstory-deck/icon_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083" y="267736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your product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40233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setup — no GS1 terms up front.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0" y="2651760"/>
            <a:ext cx="219456" cy="0"/>
          </a:xfrm>
          <a:prstGeom prst="line">
            <a:avLst/>
          </a:prstGeom>
          <a:noFill/>
          <a:ln w="25400">
            <a:solidFill>
              <a:srgbClr val="A7BEAE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19272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79392" y="2606040"/>
            <a:ext cx="594360" cy="59436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4" name="Image 1" descr="/home/claude/goodstory-deck/icon_q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715" y="2677363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6432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547872" y="3429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your GTIN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47872" y="40233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have a prefix? Import it. Don't? We guide you through GS1 US membership.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622792" y="2651760"/>
            <a:ext cx="219456" cy="0"/>
          </a:xfrm>
          <a:prstGeom prst="line">
            <a:avLst/>
          </a:prstGeom>
          <a:noFill/>
          <a:ln w="25400">
            <a:solidFill>
              <a:srgbClr val="A7BEA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089904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50024" y="260604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2" descr="/home/claude/goodstory-deck/icon_scan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347" y="2677363"/>
            <a:ext cx="451714" cy="45171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27064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318504" y="3429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your barcode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318504" y="40233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Dual-marked, print-ready, validated before it reaches a printer.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60536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820656" y="2606040"/>
            <a:ext cx="594360" cy="59436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27" name="Image 3" descr="/home/claude/goodstory-deck/icon_spark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1979" y="2677363"/>
            <a:ext cx="451714" cy="45171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97696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089136" y="3429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your story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089136" y="402336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brandable page the same code resolves to.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 FIRST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clothing &amp; textile maker —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squeezed by two deadlines at once.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846320" cy="3749040"/>
          </a:xfrm>
          <a:prstGeom prst="roundRect">
            <a:avLst>
              <a:gd name="adj" fmla="val 2927"/>
            </a:avLst>
          </a:prstGeom>
          <a:solidFill>
            <a:srgbClr val="E7E8D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home/claude/goodstory-deck/icon_sciss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252923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5420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apparel / textile brand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4206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1–20 employees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wholesale via boutiques, Faire, JOOR — or trying to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comfortable (Shopify, Faire) but new to GS1 standards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started thinking about EU sales, or been asked about compliance by a buyer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PATH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06440" y="26060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home/claude/goodstory-deck/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6609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Beachhead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2926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clothing &amp; textile makers — dual urgency is sharpest here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806440" y="365760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5" name="Image 2" descr="/home/claude/goodstory-deck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371246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Adjacent expansion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46520" y="3977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and other DPP-affected categories as their timelines firm up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806440" y="470916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9" name="Image 3" descr="/home/claude/goodstory-deck/icon_trending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476402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4652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up-market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46520" y="50292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manufacturers, once the compliance layer is proven at small scale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with you as you grow.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SaaS pricing by product count — compliance is the paid layer, story pages are free on every plan.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12 products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makers &amp; first collections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free story pages, every tier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219456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120 products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studios &amp; wholesale-ready brands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free story pages, every tier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331720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1,200 products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657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brands moving into distribution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7532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free story pages, every tier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where the trust already lives.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7E8D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6060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home/claude/goodstory-deck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66639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Trust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seller community outreach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US Solution Partner status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after buyer rejections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22860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BF9F6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6060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home/claude/goodstory-deck/icon_mega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266639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Content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8404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Sunrise 2027 / DPP explainers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incubators &amp; accelerators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show presence (LA Textile, Texworld)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2860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FBF9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6060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/home/claude/goodstory-deck/icon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66639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Scale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8404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platform partnerships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loop via free story-page badge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8C3B3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 model. Every deadline it will ever need to meet.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B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GoodStory's architecture is DPP-shaped from day one. What starts as barcode compliance for a small textile maker becomes the same foundation for furniture makers, other DPP-affected categories, and eventually larger manufacturers — without a rebuild.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8C3B31"/>
          </a:solidFill>
          <a:ln/>
        </p:spPr>
      </p:sp>
      <p:pic>
        <p:nvPicPr>
          <p:cNvPr id="7" name="Image 0" descr="/home/claude/goodstory-deck/icon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" y="38093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8872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Data-readiness year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3749040"/>
            <a:ext cx="502920" cy="502920"/>
          </a:xfrm>
          <a:prstGeom prst="ellipse">
            <a:avLst/>
          </a:prstGeom>
          <a:solidFill>
            <a:srgbClr val="8C3B31"/>
          </a:solidFill>
          <a:ln/>
        </p:spPr>
      </p:sp>
      <p:pic>
        <p:nvPicPr>
          <p:cNvPr id="11" name="Image 1" descr="/home/claude/goodstory-deck/icon_scan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380939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93192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2027 deadline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3749040"/>
            <a:ext cx="502920" cy="502920"/>
          </a:xfrm>
          <a:prstGeom prst="ellipse">
            <a:avLst/>
          </a:prstGeom>
          <a:solidFill>
            <a:srgbClr val="8C3B31"/>
          </a:solidFill>
          <a:ln/>
        </p:spPr>
      </p:sp>
      <p:pic>
        <p:nvPicPr>
          <p:cNvPr id="15" name="Image 2" descr="/home/claude/goodstory-deck/icon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90" y="3809390"/>
            <a:ext cx="382219" cy="3822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2027–29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67512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DPP window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4846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product has a story. Now every product can prove it.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2026-07-25T04:31:22Z</dcterms:created>
  <dcterms:modified xsi:type="dcterms:W3CDTF">2026-07-25T04:31:22Z</dcterms:modified>
</cp:coreProperties>
</file>